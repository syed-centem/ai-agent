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94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0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69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820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098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577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77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41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75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96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84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03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7016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17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499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55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26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015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4730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  <p:sldLayoutId id="2147483810" r:id="rId14"/>
    <p:sldLayoutId id="2147483811" r:id="rId15"/>
    <p:sldLayoutId id="2147483812" r:id="rId16"/>
    <p:sldLayoutId id="2147483813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2FF"/>
                </a:solidFill>
              </a:defRPr>
            </a:pPr>
            <a:r>
              <a:t>KNOWLEDGE BASE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0055"/>
                </a:solidFill>
              </a:defRPr>
            </a:pPr>
            <a:r>
              <a:t>Codename: Gemini Neural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2400">
                <a:solidFill>
                  <a:srgbClr val="F0F0F0"/>
                </a:solidFill>
              </a:defRPr>
            </a:pPr>
            <a:r>
              <a:rPr dirty="0"/>
              <a:t>Submitted for: </a:t>
            </a:r>
            <a:r>
              <a:rPr dirty="0" err="1"/>
              <a:t>Rooman</a:t>
            </a:r>
            <a:r>
              <a:rPr dirty="0"/>
              <a:t> AI Agent Development Challenge</a:t>
            </a:r>
            <a:br>
              <a:rPr dirty="0"/>
            </a:br>
            <a:r>
              <a:rPr dirty="0"/>
              <a:t>Category: Business Operation</a:t>
            </a:r>
            <a:r>
              <a:rPr lang="en-US" dirty="0"/>
              <a:t>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2FF"/>
                </a:solidFill>
              </a:defRPr>
            </a:pPr>
            <a:r>
              <a:t>1. OVERVIEW OF THE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</a:defRPr>
            </a:pPr>
            <a:r>
              <a:t>• An Intelligent 'Second Brain' for Business Operations.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</a:defRPr>
            </a:pPr>
            <a:r>
              <a:t>• Solves the problem of information overload in technical manuals and HR policies.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</a:defRPr>
            </a:pPr>
            <a:r>
              <a:t>• Uses RAG (Retrieval Augmented Generation) to understand full documents.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</a:defRPr>
            </a:pPr>
            <a:r>
              <a:t>• Delivers instant, evidence-based answers with visual diagrams.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</a:defRPr>
            </a:pPr>
            <a:r>
              <a:t>• Goal: Replace 'Ctrl+F' with 'Intelligent Reasoning'.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2FF"/>
                </a:solidFill>
              </a:defRPr>
            </a:pPr>
            <a:r>
              <a:rPr dirty="0"/>
              <a:t>2. TECH STACK &amp;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</a:defRPr>
            </a:pPr>
            <a:r>
              <a:t>• Frontend: Streamlit (Python) with Custom CSS/JS Injection.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</a:defRPr>
            </a:pPr>
            <a:r>
              <a:t>• AI Core: Google Gemini API (v1beta).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</a:defRPr>
            </a:pPr>
            <a:r>
              <a:t>• Models: Gemini 1.5 Flash (Speed) &amp; 1.5 Pro (Reasoning).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</a:defRPr>
            </a:pPr>
            <a:r>
              <a:t>• Logic: Custom 'GeminiBrain' class with Smart Switching.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</a:defRPr>
            </a:pPr>
            <a:r>
              <a:t>• Data Processing: pypdf (Text Extraction).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</a:defRPr>
            </a:pPr>
            <a:r>
              <a:t>• Visualization: Graphviz (Auto-Diagramming).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2FF"/>
                </a:solidFill>
              </a:defRPr>
            </a:pPr>
            <a:r>
              <a:t>3.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400">
                <a:solidFill>
                  <a:srgbClr val="F0F0F0"/>
                </a:solidFill>
              </a:defRPr>
            </a:pPr>
            <a:r>
              <a:t>Flow: User Upload -&gt; Text Extraction -&gt; Context Injection -&gt; Smart Routing -&gt; AI Generation -&gt; Response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8C7DD4-4036-2FDF-4D0D-59FE63642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82" y="1588169"/>
            <a:ext cx="7709836" cy="40350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2FF"/>
                </a:solidFill>
              </a:defRPr>
            </a:pPr>
            <a:r>
              <a:t>4.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</a:defRPr>
            </a:pPr>
            <a:r>
              <a:t>• 🧠 Smart Brain Engine: Auto-detects 404 errors and switches models (Flash -&gt; Pro) instantly.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</a:defRPr>
            </a:pPr>
            <a:r>
              <a:t>• 🎨 Cyberpunk HUD: Immersive dark mode UI with real-time telemetry.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</a:defRPr>
            </a:pPr>
            <a:r>
              <a:t>• 🖼️ Auto-Diagramming: Detects 'process' questions and draws flowcharts automatically.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</a:defRPr>
            </a:pPr>
            <a:r>
              <a:t>• 📊 Live Telemetry: Tracks page counts, character volume, and latency.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</a:defRPr>
            </a:pPr>
            <a:r>
              <a:t>• 🛡️ Enterprise Security: Ephemeral in-memory processing (Zero Storage).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2FF"/>
                </a:solidFill>
              </a:defRPr>
            </a:pPr>
            <a:r>
              <a:t>5. CURRENT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</a:defRPr>
            </a:pPr>
            <a:r>
              <a:t>• Session Memory: Chat history clears on refresh (Security Feature).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</a:defRPr>
            </a:pPr>
            <a:r>
              <a:t>• Single File Focus: Optimized for deep analysis of one document at a time.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</a:defRPr>
            </a:pPr>
            <a:r>
              <a:t>• Text Only: Cannot yet interpret images or charts inside the PDF (OCR pending).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2FF"/>
                </a:solidFill>
              </a:defRPr>
            </a:pPr>
            <a:r>
              <a:t>6.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</a:defRPr>
            </a:pPr>
            <a:r>
              <a:t>• 🎙️ Voice Integration: Speech-to-Text for hands-free field usage.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</a:defRPr>
            </a:pPr>
            <a:r>
              <a:t>• 📂 Multi-Modal Support: Using Gemini Pro Vision to 'see' charts.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</a:defRPr>
            </a:pPr>
            <a:r>
              <a:t>• 💾 Persistent Memory: Integrating ChromaDB for long-term document storage.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</a:defRPr>
            </a:pPr>
            <a:r>
              <a:t>• 🔗 API Connectors: connecting to Slack or Teams.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79019" y="2971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2FF"/>
                </a:solidFill>
              </a:defRPr>
            </a:pPr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</TotalTime>
  <Words>361</Words>
  <Application>Microsoft Office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SYED HUSSAIN</cp:lastModifiedBy>
  <cp:revision>3</cp:revision>
  <dcterms:created xsi:type="dcterms:W3CDTF">2013-01-27T09:14:16Z</dcterms:created>
  <dcterms:modified xsi:type="dcterms:W3CDTF">2025-11-30T07:28:47Z</dcterms:modified>
  <cp:category/>
</cp:coreProperties>
</file>